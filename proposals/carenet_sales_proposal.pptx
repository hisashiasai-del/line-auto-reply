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表紙：ケアネット案件 営業人材のご提案。富裕層向け掲載営業ポジション、推薦候補者3名。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案件概要。ポジションは富裕層向け掲載営業。本資料の目的は推薦3名の比較・検討。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推薦候補者サマリー。西野さん=新規開拓の自走力、石田さん=経営支援×IT、大原さん=高速商談・即決力。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西野さん。新規のみで年間6,000万円、月間商談60〜80件、自走で新規開拓。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石田さん。月商粗利200〜300万円、経営支援50社以上、NEC・アクセンチュア出身。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大原さん27歳。月間面談150社、即決単価300〜500万円、三井住友海上出身。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まとめ。3名の特徴を再掲し、次のステップとして詳細プロフィール・面談設定を案内。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931920"/>
            <a:ext cx="4754880" cy="4754880"/>
          </a:xfrm>
          <a:prstGeom prst="ellipse">
            <a:avLst/>
          </a:prstGeom>
          <a:ln w="15875">
            <a:solidFill>
              <a:srgbClr val="B08D4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5212080"/>
            <a:ext cx="2743200" cy="2743200"/>
          </a:xfrm>
          <a:prstGeom prst="ellipse">
            <a:avLst/>
          </a:prstGeom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68680"/>
            <a:ext cx="868680" cy="868680"/>
          </a:xfrm>
          <a:prstGeom prst="ellipse">
            <a:avLst/>
          </a:prstGeom>
          <a:solidFill>
            <a:srgbClr val="B08D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111910"/>
            <a:ext cx="382219" cy="3822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057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ケアネット案件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営業人材のご提案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E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富裕層向け掲載営業ポジション　／　推薦候補者 3名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E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案件概要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229307"/>
            <a:ext cx="341986" cy="3419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938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ポジション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3591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富裕層向け 掲載営業ポジション（営業顧問／掲載営業）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324612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5204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" y="3738067"/>
            <a:ext cx="341986" cy="3419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65960" y="34472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本資料の目的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965960" y="38679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推薦する営業人材3名の強み・実績を1枚ずつ簡潔にまとめ、比較・検討いただくこと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94360" y="475488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5029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5246827"/>
            <a:ext cx="341986" cy="3419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9560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次ページ以降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965960" y="53766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推薦候補3名の概要を順にご紹介します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推薦候補者サマリー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7452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24048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営業人材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0100" y="3456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西野さん（推薦：長澤）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0010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新規開拓の自走力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" y="46177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6,000万円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00100" y="5321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年間売上（新規のみ）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626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4048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4914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営業人材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49140" y="3456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石田博士さん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54914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経営支援 × IT理解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49140" y="46177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50社以上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4549140" y="5321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経営支援 実績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15300" y="18288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7260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240487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98180" y="3154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営業人材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298180" y="3456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大原直也さん（27歳）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29818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高速商談・即決力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298180" y="46177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150社</a:t>
            </a:r>
            <a:endParaRPr lang="en-US" sz="3200" dirty="0"/>
          </a:p>
        </p:txBody>
      </p:sp>
      <p:sp>
        <p:nvSpPr>
          <p:cNvPr id="26" name="Text 21"/>
          <p:cNvSpPr txBox="1"/>
          <p:nvPr/>
        </p:nvSpPr>
        <p:spPr>
          <a:xfrm>
            <a:off x="8298180" y="5321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月間面談（1対1）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営業人材① 西野さん（推薦：長澤）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591056"/>
            <a:ext cx="566928" cy="566928"/>
          </a:xfrm>
          <a:prstGeom prst="ellipse">
            <a:avLst/>
          </a:prstGeom>
          <a:solidFill>
            <a:srgbClr val="B08D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08" y="1749796"/>
            <a:ext cx="249448" cy="2494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17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最大の強み　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新規開拓を自走できる営業力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408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6,000万円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年間売上（新規のみ）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0614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1586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60〜80件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51586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月間商談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2764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自走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新規開拓（マネジメント不要）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2970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13942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一気通貫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13942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アポ獲得〜クロージング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489204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6968" y="52760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08" y="5434828"/>
            <a:ext cx="249448" cy="24944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4592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8D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本案件へのフィット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645920" y="5440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新規の富裕層開拓を任せられる自走型。マネジメントなしで成果を出せます。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営業人材② 石田博士さん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591056"/>
            <a:ext cx="566928" cy="566928"/>
          </a:xfrm>
          <a:prstGeom prst="ellipse">
            <a:avLst/>
          </a:prstGeom>
          <a:solidFill>
            <a:srgbClr val="B08D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08" y="1749796"/>
            <a:ext cx="249448" cy="2494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17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最大の強み　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経営支援の知見 × IT理解（大手出身の実行力）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408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200〜300万円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月商（粗利）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0614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1586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50社以上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51586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経営支援 実績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2764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NEC・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アクセンチュア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ご出身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2970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13942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IT × 経営提案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13942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経営レイヤーへの提案力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489204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6968" y="52760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08" y="5434828"/>
            <a:ext cx="249448" cy="24944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4592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8D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本案件へのフィット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645920" y="5440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経営層への提案・高単価商材に強み。IT理解を活かした実行力があります。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営業人材③ 大原直也さん（27歳）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591056"/>
            <a:ext cx="566928" cy="566928"/>
          </a:xfrm>
          <a:prstGeom prst="ellipse">
            <a:avLst/>
          </a:prstGeom>
          <a:solidFill>
            <a:srgbClr val="B08D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08" y="1749796"/>
            <a:ext cx="249448" cy="2494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17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最大の強み　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高速な商談回転と即決力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408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150社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月間面談（1対1）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0614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1586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300〜500万円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51586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即決単価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2764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三井住友海上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ご出身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29700" y="2606040"/>
            <a:ext cx="2537460" cy="1874520"/>
          </a:xfrm>
          <a:prstGeom prst="roundRect">
            <a:avLst>
              <a:gd name="adj" fmla="val 4390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139428" y="2770632"/>
            <a:ext cx="2318004" cy="97475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27歳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139428" y="3786988"/>
            <a:ext cx="2318004" cy="61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若さとスピード感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489204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3F6FC"/>
          </a:solidFill>
          <a:ln w="12700">
            <a:solidFill>
              <a:srgbClr val="DCE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6968" y="52760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08" y="5434828"/>
            <a:ext cx="249448" cy="24944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4592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8D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本案件へのフィット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645920" y="5440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026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多数の富裕層と高速に面談・即決できる瞬発力。短期の商談回転に強みがあります。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ln w="15875">
            <a:solidFill>
              <a:srgbClr val="B08D4C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＆ 次のステップ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9384"/>
            <a:ext cx="548640" cy="548640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西野さん　</a:t>
            </a:r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自走できる新規開拓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935224"/>
            <a:ext cx="548640" cy="548640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石田博士さん　</a:t>
            </a:r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経営支援 × IT理解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941064"/>
            <a:ext cx="548640" cy="548640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941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794760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大原直也さん　</a:t>
            </a:r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高速な面談・即決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9AA7C2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5294376"/>
            <a:ext cx="566928" cy="566928"/>
          </a:xfrm>
          <a:prstGeom prst="ellipse">
            <a:avLst/>
          </a:prstGeom>
          <a:solidFill>
            <a:srgbClr val="B08D4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40" y="5453116"/>
            <a:ext cx="249448" cy="2494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69164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5440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ご関心のある候補者について、詳細プロフィール・面談設定をご案内します。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ケアネット案件 営業人材のご提案</dc:title>
  <dc:subject>PptxGenJS Presentation</dc:subject>
  <dc:creator>LIS</dc:creator>
  <cp:lastModifiedBy>LIS</cp:lastModifiedBy>
  <cp:revision>1</cp:revision>
  <dcterms:created xsi:type="dcterms:W3CDTF">2026-10-27T00:51:55Z</dcterms:created>
  <dcterms:modified xsi:type="dcterms:W3CDTF">2026-10-27T00:51:55Z</dcterms:modified>
</cp:coreProperties>
</file>